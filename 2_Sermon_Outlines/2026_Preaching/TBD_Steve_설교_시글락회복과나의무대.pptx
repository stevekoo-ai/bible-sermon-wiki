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B8504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8FA79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사무엘상 30:1-25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시글락 회복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7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하나님이 주신 무대 위에서 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어린이 설교 · The Life Global Church · Steve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한 문장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10515600" cy="3200400"/>
          </a:xfrm>
          <a:prstGeom prst="roundRect">
            <a:avLst>
              <a:gd name="adj" fmla="val 4286"/>
            </a:avLst>
          </a:prstGeom>
          <a:solidFill>
            <a:srgbClr val="E7D9C4"/>
          </a:solidFill>
          <a:ln/>
          <a:effectLst>
            <a:outerShdw sx="100000" sy="100000" kx="0" ky="0" algn="bl" rotWithShape="0" blurRad="228600" dist="76200" dir="5400000">
              <a:srgbClr val="3A2A2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600200"/>
            <a:ext cx="9418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하나님은 우리에게 무대(상황)를 주시지만,</a:t>
            </a:r>
            <a:endParaRPr lang="en-US" sz="3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ㅤ그 위에서 힘을 얻고, 묻고, 움직이고,</a:t>
            </a:r>
            <a:endParaRPr lang="en-US" sz="3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ㅤ함께 나누는 것은 우리의 몫이다.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4800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다윗은 모든 것을 잃은 자리에서, 스스로 하나님 안에서 힘을 얻고 움직였습니다.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시글락 회복 · Big Idea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만약 이런 일이 나에게 일어난다면?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1444752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141732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여행 갔다 왔는데, 우리 집이 다 불타버렸어요.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2313432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가족들이 나쁜 사람들에게 잡혀갔어요.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182112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같이 있던 친구들마저 화가 나서, 나에게 돌을 던지려 해요.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343400"/>
            <a:ext cx="10515600" cy="1417320"/>
          </a:xfrm>
          <a:prstGeom prst="roundRect">
            <a:avLst>
              <a:gd name="adj" fmla="val 7742"/>
            </a:avLst>
          </a:prstGeom>
          <a:solidFill>
            <a:srgbClr val="B85042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5262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실제로 다윗에게 이런 일이 일어났습니다 — 시글락 사건.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502920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블레셋 군대에서 쫓겨난 다윗이 사흘 만에 걸어서 시글락으로 돌아왔을 때 벌어진 일입니다.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7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시글락 회복 · 도입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대지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힘들 때는 하나님 안에서 스스로 힘을 얻어요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7492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D4C2"/>
            </a:solidFill>
            <a:prstDash val="solid"/>
          </a:ln>
          <a:effectLst>
            <a:outerShdw sx="100000" sy="100000" kx="0" ky="0" algn="bl" rotWithShape="0" blurRad="177800" dist="63500" dir="5400000">
              <a:srgbClr val="3A2A2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103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속으로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시글락이 다 불타고, 가족들이 잡혀갔어요.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지친 부하들이 오히려 다윗을 돌로 치려 했어요.  </a:t>
            </a:r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(삼상 30:1-6)
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4206240"/>
            <a:ext cx="4434840" cy="1600200"/>
          </a:xfrm>
          <a:prstGeom prst="roundRect">
            <a:avLst>
              <a:gd name="adj" fmla="val 5714"/>
            </a:avLst>
          </a:prstGeom>
          <a:solidFill>
            <a:srgbClr val="E7D9C4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434340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“다윗이 크게 다급하였으나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그의 하나님 여호와를 힘입고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용기를 얻었더라”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5440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삼상 30:6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166360" cy="4160520"/>
          </a:xfrm>
          <a:prstGeom prst="roundRect">
            <a:avLst>
              <a:gd name="adj" fmla="val 3077"/>
            </a:avLst>
          </a:prstGeom>
          <a:solidFill>
            <a:srgbClr val="2B1B14"/>
          </a:solidFill>
          <a:ln/>
          <a:effectLst>
            <a:outerShdw sx="100000" sy="100000" kx="0" ky="0" algn="bl" rotWithShape="0" blurRad="177800" dist="63500" dir="5400000">
              <a:srgbClr val="3A2A2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5146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492240" y="3520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방전된 핸드폰과 충전기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480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7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배터리 0%로 꺼진 핸드폰은 아무것도 할 수 없어요. 하지만 충전기에 꽂으면 다시 힘을 얻어요.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7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다윗도 위로해줄 사람이 없는 상황에서, 하나님께 스스로를 '연결'해 힘을 얻었어요.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시글락 회복 · 대지 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삶의 적용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아무도 나를 위로해주지 않을 때,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나는 어디에 나를 “연결”할 수 있을까요?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3063240"/>
            <a:ext cx="1847088" cy="777240"/>
          </a:xfrm>
          <a:prstGeom prst="roundRect">
            <a:avLst>
              <a:gd name="adj" fmla="val 49412"/>
            </a:avLst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06324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기도하기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990088" y="3063240"/>
            <a:ext cx="2103120" cy="777240"/>
          </a:xfrm>
          <a:prstGeom prst="roundRect">
            <a:avLst>
              <a:gd name="adj" fmla="val 49412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2990088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말씀 읽기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13248" y="3063240"/>
            <a:ext cx="4663440" cy="777240"/>
          </a:xfrm>
          <a:prstGeom prst="roundRect">
            <a:avLst>
              <a:gd name="adj" fmla="val 49412"/>
            </a:avLst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413248" y="3063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하나님이 함께하심을 기억하기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기도와 말씀으로 하나님께 나를 “충전”해요.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7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시글락 회복 · 대지 1 적용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대지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하나님께 묻고, 답을 받으면 바로 움직여요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7492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D4C2"/>
            </a:solidFill>
            <a:prstDash val="solid"/>
          </a:ln>
          <a:effectLst>
            <a:outerShdw sx="100000" sy="100000" kx="0" ky="0" algn="bl" rotWithShape="0" blurRad="177800" dist="63500" dir="5400000">
              <a:srgbClr val="3A2A2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103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속으로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다윗: </a:t>
            </a:r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군대를 쫓아가면
따라잡을 수 있습니까?”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(30:8)
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하나님: </a:t>
            </a:r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“쫓아가라. 네가 반드시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따라잡고 도로 찾으리라!”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143000" y="5029200"/>
            <a:ext cx="4434840" cy="822960"/>
          </a:xfrm>
          <a:prstGeom prst="roundRect">
            <a:avLst>
              <a:gd name="adj" fmla="val 11111"/>
            </a:avLst>
          </a:prstGeom>
          <a:solidFill>
            <a:srgbClr val="E7D9C4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51206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다윗은 즉시 600명을 이끌고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추격을 시작했어요 (30:9-10)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166360" cy="4160520"/>
          </a:xfrm>
          <a:prstGeom prst="roundRect">
            <a:avLst>
              <a:gd name="adj" fmla="val 3077"/>
            </a:avLst>
          </a:prstGeom>
          <a:solidFill>
            <a:srgbClr val="2B1B14"/>
          </a:solidFill>
          <a:ln/>
          <a:effectLst>
            <a:outerShdw sx="100000" sy="100000" kx="0" ky="0" algn="bl" rotWithShape="0" blurRad="177800" dist="63500" dir="5400000">
              <a:srgbClr val="3A2A2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492240" y="3520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내비게이션과 운전대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4023360"/>
            <a:ext cx="4480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7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내비게이션이 길을 알려줘도, 핸들을 잡고 페달을 밟는 건 내가 해야 해요.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7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하나님이 응답해주셔도, 실제로 발을 떼어 움직이는 건 다윗의 몫이었어요.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시글락 회복 · 대지 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삶의 적용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기도로 묻는 것은 정말 중요해요.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그런데 답을 들었으면,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이제는 내가 발을 떼어 움직여야 해요.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10515600" cy="1463040"/>
          </a:xfrm>
          <a:prstGeom prst="roundRect">
            <a:avLst>
              <a:gd name="adj" fmla="val 8750"/>
            </a:avLst>
          </a:prstGeom>
          <a:solidFill>
            <a:srgbClr val="B85042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416052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“하나님이 다 알아서 해주시겠지~” 하고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가만히 앉아있지 말고, 믿음으로 움직여요.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7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시글락 회복 · 대지 2 적용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대지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함께하지 못한 사람도 소외시키지 않고 나누어요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7492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D4C2"/>
            </a:solidFill>
            <a:prstDash val="solid"/>
          </a:ln>
          <a:effectLst>
            <a:outerShdw sx="100000" sy="100000" kx="0" ky="0" algn="bl" rotWithShape="0" blurRad="177800" dist="63500" dir="5400000">
              <a:srgbClr val="3A2A2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103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속으로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200명은 지쳐서 시내를 못 건너 짐을 지켰고, 400명이 싸워 완전한 승리를 거뒀어요 (30:9-10, 18-19).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몇몇이 “안 싸운 사람은 나눠주지 말자”고 했지만(30:22), 다윗은 거절했어요.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4709160"/>
            <a:ext cx="4434840" cy="1143000"/>
          </a:xfrm>
          <a:prstGeom prst="roundRect">
            <a:avLst>
              <a:gd name="adj" fmla="val 8000"/>
            </a:avLst>
          </a:prstGeom>
          <a:solidFill>
            <a:srgbClr val="E7D9C4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484632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“싸우러 나간 자나 소유물 곁에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머문 자나 똑같이 나눈다” (30:23-25)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166360" cy="4160520"/>
          </a:xfrm>
          <a:prstGeom prst="roundRect">
            <a:avLst>
              <a:gd name="adj" fmla="val 3077"/>
            </a:avLst>
          </a:prstGeom>
          <a:solidFill>
            <a:srgbClr val="2B1B14"/>
          </a:solidFill>
          <a:ln/>
          <a:effectLst>
            <a:outerShdw sx="100000" sy="100000" kx="0" ky="0" algn="bl" rotWithShape="0" blurRad="177800" dist="63500" dir="5400000">
              <a:srgbClr val="3A2A2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492240" y="3520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부상당한 선수와 트로피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4023360"/>
            <a:ext cx="4480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7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다쳐서 못 뛴 선수도, 팀이 우승하면 함께 트로피를 들어요.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7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다윗도 “우리는 한 팀”이라며 모두에게 똑같이 나눠주기로 결단했어요.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시글락 회복 · 대지 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삶의 적용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함께하지 못한 친구가 있을 때,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C9BB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“너는 안 했으니까 빠져”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C9BB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3566160"/>
            <a:ext cx="7498080" cy="137160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5661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“우리는 한 팀이니까 함께 나누자”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5166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7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라고 말해줄 수 있는 사람이 되어봐요.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7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시글락 회복 · 대지 3 적용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세 가지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3337560" cy="420624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700">
            <a:solidFill>
              <a:srgbClr val="E3D4C2"/>
            </a:solidFill>
            <a:prstDash val="solid"/>
          </a:ln>
          <a:effectLst>
            <a:outerShdw sx="100000" sy="100000" kx="0" ky="0" algn="bl" rotWithShape="0" blurRad="152400" dist="50800" dir="5400000">
              <a:srgbClr val="3A2A2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88820" y="1691640"/>
            <a:ext cx="1005840" cy="1005840"/>
          </a:xfrm>
          <a:prstGeom prst="ellipse">
            <a:avLst/>
          </a:prstGeom>
          <a:solidFill>
            <a:srgbClr val="E7D9C4"/>
          </a:solidFill>
          <a:ln/>
        </p:spPr>
      </p:sp>
      <p:sp>
        <p:nvSpPr>
          <p:cNvPr id="5" name="Text 3"/>
          <p:cNvSpPr/>
          <p:nvPr/>
        </p:nvSpPr>
        <p:spPr>
          <a:xfrm>
            <a:off x="198882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🔋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힘들 때는 하나님 안에서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스스로 힘을 얻어요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80560" y="1371600"/>
            <a:ext cx="3337560" cy="420624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700">
            <a:solidFill>
              <a:srgbClr val="E3D4C2"/>
            </a:solidFill>
            <a:prstDash val="solid"/>
          </a:ln>
          <a:effectLst>
            <a:outerShdw sx="100000" sy="100000" kx="0" ky="0" algn="bl" rotWithShape="0" blurRad="152400" dist="50800" dir="5400000">
              <a:srgbClr val="3A2A2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46420" y="1691640"/>
            <a:ext cx="1005840" cy="1005840"/>
          </a:xfrm>
          <a:prstGeom prst="ellipse">
            <a:avLst/>
          </a:prstGeom>
          <a:solidFill>
            <a:srgbClr val="E7D9C4"/>
          </a:solidFill>
          <a:ln/>
        </p:spPr>
      </p:sp>
      <p:sp>
        <p:nvSpPr>
          <p:cNvPr id="9" name="Text 7"/>
          <p:cNvSpPr/>
          <p:nvPr/>
        </p:nvSpPr>
        <p:spPr>
          <a:xfrm>
            <a:off x="564642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🧭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하나님께 묻고, 답을 받으면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바로 움직여요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337560" cy="420624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700">
            <a:solidFill>
              <a:srgbClr val="E3D4C2"/>
            </a:solidFill>
            <a:prstDash val="solid"/>
          </a:ln>
          <a:effectLst>
            <a:outerShdw sx="100000" sy="100000" kx="0" ky="0" algn="bl" rotWithShape="0" blurRad="152400" dist="50800" dir="5400000">
              <a:srgbClr val="3A2A2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304020" y="1691640"/>
            <a:ext cx="1005840" cy="1005840"/>
          </a:xfrm>
          <a:prstGeom prst="ellipse">
            <a:avLst/>
          </a:prstGeom>
          <a:solidFill>
            <a:srgbClr val="E7D9C4"/>
          </a:solidFill>
          <a:ln/>
        </p:spPr>
      </p:sp>
      <p:sp>
        <p:nvSpPr>
          <p:cNvPr id="13" name="Text 11"/>
          <p:cNvSpPr/>
          <p:nvPr/>
        </p:nvSpPr>
        <p:spPr>
          <a:xfrm>
            <a:off x="930402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🏆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21040" y="29260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함께하지 못한 사람도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소외시키지 않고 나누어요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시글락 회복 · 정리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8FA791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결단의 기도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0515600" cy="4206240"/>
          </a:xfrm>
          <a:prstGeom prst="roundRect">
            <a:avLst>
              <a:gd name="adj" fmla="val 3478"/>
            </a:avLst>
          </a:prstGeom>
          <a:solidFill>
            <a:srgbClr val="3A2A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783080"/>
            <a:ext cx="94183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i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하나님, 힘든 순간에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i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하나님 안에서 힘을 얻고,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i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기도로 여쭤본 후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i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믿음으로 움직이며,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i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함께하지 못한 친구도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i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소외시키지 않는 사람이 되게 해주세요.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i="1" dirty="0">
                <a:solidFill>
                  <a:srgbClr val="FB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예수님 이름으로 기도합니다. 아멘.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7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시글락 회복 · 기도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시글락 회복 - 하나님이 주신 무대 위에서</dc:title>
  <dc:subject>PptxGenJS Presentation</dc:subject>
  <dc:creator>Steve</dc:creator>
  <cp:lastModifiedBy>Steve</cp:lastModifiedBy>
  <cp:revision>1</cp:revision>
  <dcterms:created xsi:type="dcterms:W3CDTF">2026-08-23T05:28:15Z</dcterms:created>
  <dcterms:modified xsi:type="dcterms:W3CDTF">2026-08-23T05:28:15Z</dcterms:modified>
</cp:coreProperties>
</file>